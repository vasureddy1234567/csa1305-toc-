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2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22960"/>
            <a:ext cx="1554480" cy="1554480"/>
          </a:xfrm>
          <a:prstGeom prst="ellipse">
            <a:avLst/>
          </a:prstGeom>
          <a:solidFill>
            <a:srgbClr val="263172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743200"/>
            <a:ext cx="1005840" cy="1005840"/>
          </a:xfrm>
          <a:prstGeom prst="ellipse">
            <a:avLst/>
          </a:prstGeom>
          <a:solidFill>
            <a:srgbClr val="263172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3108960"/>
            <a:ext cx="640080" cy="640080"/>
          </a:xfrm>
          <a:prstGeom prst="ellipse">
            <a:avLst/>
          </a:prstGeom>
          <a:solidFill>
            <a:srgbClr val="263172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Presentation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CO1 — Finite Automata, Determinism and Mathematical Induction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292608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Vasu Deva Reddy
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192411256
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(TOC)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on automata theory and mathematical proof, explained in simple technical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 to DFA Conversion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1305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construction, and the challenges of removing non-determinism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91693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Induction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sum-of-squares formula for all positive integers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70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12394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(ε) Transitions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54456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purpose, and how to remove them from an ε-NFA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4772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77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53309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ε-NFA to DFA (ε-Closure)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75157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ε-closures and building the final DFA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NON-DETERMINISTIC TO DETERMINISTIC AUTOMATA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an NFA into an Equivalent DFA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conversion is possible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NFA can be in several states at once for the same input symbol. A DFA must always be in exactly one state. </a:t>
            </a: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NFA has an equivalent DFA</a:t>
            </a: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any set of NFA states can be treated as a single “combined” DFA state.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(powerset) construction 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NFA's start state as the DFA's start state.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DFA state (a set of NFA states) and each input symbol, find the union of all NFA states reachable — this union becomes a new DFA state.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no new state-sets appear.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DFA state whose set contains an NFA final state becomes a final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404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explosion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7432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worst case the DFA needs 2ⁿ states for an n-state NFA, since every subset of states is a candidate.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52044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364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states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those subsets are never actually reached from the start state and must be discarded.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448056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325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multiple paths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4663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must be checked against every state in the current subset, not just one state.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544068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5285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transitions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5623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NFA has ε-moves, ε-closures must be computed first before applying subset construction.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APPLYING SUBSET CONSTRUCTION TO THE GIVEN NFA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NFA over Σ = {0, 1}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unpacked/word/media/image1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965960"/>
            <a:ext cx="512064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0749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NFA diagram (as provided in the assessment)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6916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the DFA from this NFA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NFA start state alone as DFA state A = {start state}.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state A, read symbol 0: collect every state the NFA can reach — this set becomes DFA state B.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state A, read symbol 1: collect the reachable set — this becomes DFA state C (or reuses B if identical).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0/1 check for B, C, and every new set that appears, until no new set is produced.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DFA state as final if its set includes the NFA's final state.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resulting DFA: one circle per unique set, with a single 0-arrow and a single 1-arrow leaving each circle.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PROOF TECHNIQUE USED IN AUTOMATA THEORY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Induction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proves a statement is true for every positive integer n by proving just two things: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6499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statement is true for the smallest value (usually n = 1).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2628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Hypothesis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336499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statement is true for some general value n = 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36499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that assumption to prove it must also be true for n = k + 1.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automata theory needs 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is the standard way to prove facts that must hold for strings or languages of every possible length — for example, proving a DFA accepts exactly the language it was designed for, or proving a formula about string counts is correct for all 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WORKED PROOF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Prove: Σ i² = n(n+1)(2n+1) / 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positive integers n, where the sum runs from i = 1 to 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Base Case (n =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2020824"/>
            <a:ext cx="6812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side: 1² = 1.  Right side: 1(1+1)(2·1+1)/6 = 1·2·3/6 = 1. Both sides match, so the formula holds for n = 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3749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Inductive Hypothesis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770632"/>
            <a:ext cx="6812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formula is true for n = k, that is: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1² + 2² + ... + k² = k(k+1)(2k+1) / 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75888"/>
            <a:ext cx="3749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Inductive Step (show it for n = k+1)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3657600"/>
            <a:ext cx="6812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(k+1)² to both sides: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1²+...+k²+(k+1)² = k(k+1)(2k+1)/6 + (k+1)²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62856"/>
            <a:ext cx="3749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Simplify the right side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4544568"/>
            <a:ext cx="6812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(k+1): = (k+1) [ k(2k+1)/6 + (k+1) ] = (k+1)(2k²+7k+6)/6 = (k+1)(k+2)(2k+3)/6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4982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Conclusion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5431536"/>
            <a:ext cx="6812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original formula with n = k+1 substituted in. Since it holds for n=1, and truth at n=k forces truth at n=k+1, by induction it is true for every positive integer 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ROLE OF EPSILON MOVES IN FINITE AUTOMATA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Epsilon (ε) Transitions Do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ε-transition lets an automaton move from one state to another without reading any input symbol at 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smaller machines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423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ε-moves make it easy to join automata for union (OR), concatenation, and Kleene star (repetition) without redesigning each piece.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designer can build simple automaton fragments separately and link them with ε-edges instead of merging states manually.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language power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526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ε-NFAs do not accept any language a plain NFA or DFA could not accept — they only make construction easier.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ε-transitions: for every state, compute its ε-closure (every state reachable using only ε-moves), then add a direct transition on symbol 'a' to whatever the closure can reach on 'a'. Delete the ε-edges afterward.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BUILDING THE EQUIVALENT NFA (NO EPSILON)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ε-NFA to Convert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unpacked/word/media/image2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331720"/>
            <a:ext cx="5120640" cy="20482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0749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ε-NFA diagram (as provided in the assessment)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6916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remove ε-transitions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ε-closure of every state (the set of states reachable by following only ε-edges, including the state itself).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state q and each real input symbol, find every state reachable from the ε-closure of q on that symbol, then take the ε-closure of that result.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these as the new direct transitions of q — this removes the need for the ε-edge.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becomes final in the new NFA if its ε-closure contains any original final state.</a:t>
            </a:r>
            <a:endParaRPr lang="en-US" sz="120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transition table using only the real alphabet symbols, and mark the initial state and all final states clearly.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FROM AN ε-NFA STRAIGHT TO A DFA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ε-Closure and DFA Construction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ε-closure?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ε-closure of a state q is the complete set of states reachable from q using zero or more ε-transitions (q itself is always included). It answers the question: “which states could the automaton silently be in, without reading anything?”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DFA (combined procedure)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ε-closure of the NFA start state — this set is the DFA start state.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DFA state and each real symbol, move on that symbol from every state in the set, then take the ε-closure of the result — this gives the next DFA state.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new state-set produced, until no new sets appear.</a:t>
            </a:r>
            <a:endParaRPr lang="en-US" sz="1200" dirty="0"/>
          </a:p>
          <a:p>
            <a:pPr marL="190500" indent="-190500">
              <a:lnSpc>
                <a:spcPts val="18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DFA state whose set contains an original final state is marked final.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differs from Question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converts an NFA that already has no ε-transitions. Here, the NFA includes ε-moves, so ε-closures must be computed first and folded into every subset before applying the same subset-construction logic.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required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4023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ε-closure listed for every state, the resulting DFA transition table, and clear marking of the initial and final states.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GIVEN ε-NFA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NFA with ε-transitions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850392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unpacked/word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2148840"/>
            <a:ext cx="7589520" cy="2990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57150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ε-NFA diagram (as provided in the assessment) — apply the ε-closure and subset-construction steps from the previous slide to build its transition table.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  |  CO1 Technical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 → DFA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554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construction removes non-determinism; the trade-off is a possible exponential rise in state 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Induction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4231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case plus an inductive step proves a formula true for every positive integer, and underlies many automata-theory proofs.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Transitions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2918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building automata modularly; removed by folding ε-closures into direct transitions.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ε-Closure to DFA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416052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ε-closure computation with subset construction to go directly from an ε-NFA to a DFA.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Vasu Deva Reddy   |   Reg No: 192411256   |   Theory of Computation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1645</Words>
  <Application>Microsoft Office PowerPoint</Application>
  <PresentationFormat>Widescreen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kandula vasu deva reddy</cp:lastModifiedBy>
  <cp:revision>1</cp:revision>
  <dcterms:created xsi:type="dcterms:W3CDTF">2026-07-30T16:19:42Z</dcterms:created>
  <dcterms:modified xsi:type="dcterms:W3CDTF">2026-07-31T08:00:17Z</dcterms:modified>
</cp:coreProperties>
</file>